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Executive Analytics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Customer churn decision brief | Data Analytics Task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/>
            </a:pPr>
            <a:r>
              <a:t>Decision question: Which customer groups should the subscription team contact first to reduce avoidable churn?</a:t>
            </a:r>
          </a:p>
          <a:p>
            <a:pPr>
              <a:spcAft>
                <a:spcPts val="1300"/>
              </a:spcAft>
              <a:defRPr sz="2200"/>
            </a:pPr>
            <a:r>
              <a:t>15 customers | 46.7% observed churn | ₹409.93 observed monthly revenue at risk</a:t>
            </a:r>
          </a:p>
          <a:p>
            <a:pPr>
              <a:spcAft>
                <a:spcPts val="1300"/>
              </a:spcAft>
              <a:defRPr sz="2200"/>
            </a:pPr>
            <a:r>
              <a:t>Executive recommendation: start with Month-to-Month customers who have 3+ recent support tickets.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Five insights that change the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/>
            </a:pPr>
            <a:r>
              <a:t>1. Month-to-Month: 7/7 customers churned (100% observed); all observed revenue risk sits in this group.</a:t>
            </a:r>
          </a:p>
          <a:p>
            <a:pPr>
              <a:spcAft>
                <a:spcPts val="1300"/>
              </a:spcAft>
              <a:defRPr sz="1700"/>
            </a:pPr>
            <a:r>
              <a:t>2. Support tickets: Month-to-Month averages 4.3 tickets vs. 1.5 for One Year and 0.5 for Two Year.</a:t>
            </a:r>
          </a:p>
          <a:p>
            <a:pPr>
              <a:spcAft>
                <a:spcPts val="1300"/>
              </a:spcAft>
              <a:defRPr sz="1700"/>
            </a:pPr>
            <a:r>
              <a:t>3. Basic plan: 71.4% observed churn (5/7), the highest subscription-level rate.</a:t>
            </a:r>
          </a:p>
          <a:p>
            <a:pPr>
              <a:spcAft>
                <a:spcPts val="1300"/>
              </a:spcAft>
              <a:defRPr sz="1700"/>
            </a:pPr>
            <a:r>
              <a:t>4. Payment: UPI 75% churn (3/4); Debit Card 100% (2/2)—small groups, so use as secondary signals.</a:t>
            </a:r>
          </a:p>
          <a:p>
            <a:pPr>
              <a:spcAft>
                <a:spcPts val="1300"/>
              </a:spcAft>
              <a:defRPr sz="1700"/>
            </a:pPr>
            <a:r>
              <a:t>5. Simple risk score: 7 High-risk customers, all 7 churned; 8 Low-risk customers, none churned.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Where the revenue risk is concentrated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Observed monthly revenue at risk: ₹409.93.</a:t>
            </a:r>
          </a:p>
          <a:p>
            <a:pPr>
              <a:spcAft>
                <a:spcPts val="1300"/>
              </a:spcAft>
              <a:defRPr sz="2100"/>
            </a:pPr>
            <a:r>
              <a:t>Month-to-Month customers account for 100% of the observed churned revenue in this sample.</a:t>
            </a:r>
          </a:p>
          <a:p>
            <a:pPr>
              <a:spcAft>
                <a:spcPts val="1300"/>
              </a:spcAft>
              <a:defRPr sz="2100"/>
            </a:pPr>
            <a:r>
              <a:t>High-touch monthly segment: 7 customers, 4.3 average support tickets, 7.0 average tenure months.</a:t>
            </a:r>
          </a:p>
          <a:p>
            <a:pPr>
              <a:spcAft>
                <a:spcPts val="1300"/>
              </a:spcAft>
              <a:defRPr sz="2100"/>
            </a:pPr>
            <a:r>
              <a:t>Decision implication: a focused retention workflow is more defensible than spending equally across the full customer 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Recommended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Audience: subscription retention and support team.</a:t>
            </a:r>
          </a:p>
          <a:p>
            <a:pPr>
              <a:spcAft>
                <a:spcPts val="1300"/>
              </a:spcAft>
              <a:defRPr sz="1900"/>
            </a:pPr>
            <a:r>
              <a:t>First contact list: Month-to-Month customers with 3+ support tickets.</a:t>
            </a:r>
          </a:p>
          <a:p>
            <a:pPr>
              <a:spcAft>
                <a:spcPts val="1300"/>
              </a:spcAft>
              <a:defRPr sz="1900"/>
            </a:pPr>
            <a:r>
              <a:t>Action: review unresolved issues, resolve blockers, then test a targeted retention offer.</a:t>
            </a:r>
          </a:p>
          <a:p>
            <a:pPr>
              <a:spcAft>
                <a:spcPts val="1300"/>
              </a:spcAft>
              <a:defRPr sz="1900"/>
            </a:pPr>
            <a:r>
              <a:t>Secondary checks: payment friction for UPI/Debit Card customers and value/onboarding for Basic-plan customers.</a:t>
            </a:r>
          </a:p>
          <a:p>
            <a:pPr>
              <a:spcAft>
                <a:spcPts val="1300"/>
              </a:spcAft>
              <a:defRPr sz="1900"/>
            </a:pPr>
            <a:r>
              <a:t>Do not intervene heavily with low-risk contracted customers unless new signals appear.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Expected impact: planning range, not a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If an intervention prevented 25%–50% of the observed churn pool, monthly run-rate protected would be about ₹102.48–₹204.97.</a:t>
            </a:r>
          </a:p>
          <a:p>
            <a:pPr>
              <a:spcAft>
                <a:spcPts val="1300"/>
              </a:spcAft>
              <a:defRPr sz="1900"/>
            </a:pPr>
            <a:r>
              <a:t>At 12 months, that is roughly ₹1,229.79–₹2,459.58 of gross annualized run-rate.</a:t>
            </a:r>
          </a:p>
          <a:p>
            <a:pPr>
              <a:spcAft>
                <a:spcPts val="1300"/>
              </a:spcAft>
              <a:defRPr sz="1900"/>
            </a:pPr>
            <a:r>
              <a:t>Assumes retained customers stay for 12 months at the same monthly charge; excludes intervention cost, discounts, expansion and future churn.</a:t>
            </a:r>
          </a:p>
          <a:p>
            <a:pPr>
              <a:spcAft>
                <a:spcPts val="1300"/>
              </a:spcAft>
              <a:defRPr sz="1900"/>
            </a:pPr>
            <a:r>
              <a:t>Use this range for planning the pilot—not as a promised business result.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Limitations and uncertainty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Only 15 synthetic customers: one customer can materially change a percentage.</a:t>
            </a:r>
          </a:p>
          <a:p>
            <a:pPr>
              <a:spcAft>
                <a:spcPts val="1300"/>
              </a:spcAft>
              <a:defRPr sz="1900"/>
            </a:pPr>
            <a:r>
              <a:t>Observational data: the analysis does not prove that contract type or support tickets cause churn.</a:t>
            </a:r>
          </a:p>
          <a:p>
            <a:pPr>
              <a:spcAft>
                <a:spcPts val="1300"/>
              </a:spcAft>
              <a:defRPr sz="1900"/>
            </a:pPr>
            <a:r>
              <a:t>Risk score is a prioritization index, not a probability model.</a:t>
            </a:r>
          </a:p>
          <a:p>
            <a:pPr>
              <a:spcAft>
                <a:spcPts val="1300"/>
              </a:spcAft>
              <a:defRPr sz="1900"/>
            </a:pPr>
            <a:r>
              <a:t>No randomized retention experiment is available, so intervention effectiveness is uncertain.</a:t>
            </a:r>
          </a:p>
          <a:p>
            <a:pPr>
              <a:spcAft>
                <a:spcPts val="1300"/>
              </a:spcAft>
              <a:defRPr sz="1900"/>
            </a:pPr>
            <a:r>
              <a:t>Next measurement: compare contacted vs. non-contacted churn and support-ticket volume in the next observation period.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400"/>
            </a:pPr>
            <a:r>
              <a:t>Start narrow: 7 high-touch Month-to-Month customers are the clearest priority in this sample.</a:t>
            </a:r>
          </a:p>
          <a:p>
            <a:pPr>
              <a:spcAft>
                <a:spcPts val="1300"/>
              </a:spcAft>
              <a:defRPr sz="2400"/>
            </a:pPr>
            <a:r>
              <a:t>Run a measurable retention pilot.</a:t>
            </a:r>
          </a:p>
          <a:p>
            <a:pPr>
              <a:spcAft>
                <a:spcPts val="1300"/>
              </a:spcAft>
              <a:defRPr sz="2400"/>
            </a:pPr>
            <a:r>
              <a:t>Track 30/60-day churn, support tickets, payment friction and retained monthly revenue.</a:t>
            </a:r>
          </a:p>
          <a:p>
            <a:pPr>
              <a:spcAft>
                <a:spcPts val="1300"/>
              </a:spcAft>
              <a:defRPr sz="2400"/>
            </a:pPr>
            <a:r>
              <a:t>Scale only if the next observation period shows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